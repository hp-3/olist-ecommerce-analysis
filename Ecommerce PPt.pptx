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74" r:id="rId4"/>
    <p:sldId id="275" r:id="rId5"/>
    <p:sldId id="271" r:id="rId6"/>
    <p:sldId id="260" r:id="rId7"/>
    <p:sldId id="268" r:id="rId8"/>
    <p:sldId id="269" r:id="rId9"/>
    <p:sldId id="270" r:id="rId10"/>
    <p:sldId id="272" r:id="rId11"/>
    <p:sldId id="278" r:id="rId12"/>
    <p:sldId id="276" r:id="rId13"/>
    <p:sldId id="277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81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4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4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75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7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86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7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19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7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120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12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85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138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11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990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90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DAE82E-2395-4E5D-BDAE-04FBE2EE02A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BC6F48-CD44-4340-8F1D-94295995DA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53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97B97-4F99-6082-9CBB-0A466040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62F4-2FCB-37DE-36D6-C75328DD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u="sng" dirty="0"/>
              <a:t>Group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C10CE-FECF-3FF6-AB49-627D83850473}"/>
              </a:ext>
            </a:extLst>
          </p:cNvPr>
          <p:cNvSpPr txBox="1"/>
          <p:nvPr/>
        </p:nvSpPr>
        <p:spPr>
          <a:xfrm>
            <a:off x="2328863" y="2800351"/>
            <a:ext cx="2757487" cy="18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Yashobanta Nayak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Geetanjali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Shivpratap Patil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Ashwini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28AE0-5B91-125F-6FF1-646A9630D26B}"/>
              </a:ext>
            </a:extLst>
          </p:cNvPr>
          <p:cNvSpPr txBox="1"/>
          <p:nvPr/>
        </p:nvSpPr>
        <p:spPr>
          <a:xfrm>
            <a:off x="6972299" y="2800351"/>
            <a:ext cx="3200400" cy="18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Priyanka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Tejaswini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Akshita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Rushikesh Raykar</a:t>
            </a:r>
          </a:p>
        </p:txBody>
      </p:sp>
    </p:spTree>
    <p:extLst>
      <p:ext uri="{BB962C8B-B14F-4D97-AF65-F5344CB8AC3E}">
        <p14:creationId xmlns:p14="http://schemas.microsoft.com/office/powerpoint/2010/main" val="57823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E8FA8-BA13-9E4A-C3C0-F15015275FC0}"/>
              </a:ext>
            </a:extLst>
          </p:cNvPr>
          <p:cNvSpPr txBox="1"/>
          <p:nvPr/>
        </p:nvSpPr>
        <p:spPr>
          <a:xfrm>
            <a:off x="4100513" y="800100"/>
            <a:ext cx="4043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Introduction</a:t>
            </a:r>
            <a:endParaRPr lang="en-IN" sz="32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38A180-1AC7-9CAE-92A5-AEBD8EADDA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24050" y="2081958"/>
            <a:ext cx="83438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Olist is a Brazilian e-commerce marketplace connecting sellers and customers             across the country.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contains order, customer, product, seller, payment and review information.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Objective: Gain insights on customer behavior, sales trends, delivery performance &amp; business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848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AF9A48-3B45-4C01-1761-FFC537E0B106}"/>
              </a:ext>
            </a:extLst>
          </p:cNvPr>
          <p:cNvSpPr txBox="1"/>
          <p:nvPr/>
        </p:nvSpPr>
        <p:spPr>
          <a:xfrm>
            <a:off x="3929063" y="800100"/>
            <a:ext cx="444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Project Objective</a:t>
            </a:r>
            <a:endParaRPr lang="en-IN" sz="32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CFAC16-93CA-5648-65EC-7F670711A6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78818" y="1319415"/>
            <a:ext cx="8272463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 factors affecting customer satisfaction and delivery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top-performing products and sellers.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payment preferences and revenue trends.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actionable recommendations for business improvement.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EE773-B1E7-C3AA-4A76-C68BCCF5AC55}"/>
              </a:ext>
            </a:extLst>
          </p:cNvPr>
          <p:cNvSpPr txBox="1"/>
          <p:nvPr/>
        </p:nvSpPr>
        <p:spPr>
          <a:xfrm>
            <a:off x="4379117" y="3136612"/>
            <a:ext cx="347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Overview</a:t>
            </a:r>
            <a:endParaRPr lang="en-IN" sz="32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D6B28-2420-1659-ADD2-B179CCE7E00D}"/>
              </a:ext>
            </a:extLst>
          </p:cNvPr>
          <p:cNvSpPr txBox="1"/>
          <p:nvPr/>
        </p:nvSpPr>
        <p:spPr>
          <a:xfrm>
            <a:off x="2421731" y="3913763"/>
            <a:ext cx="7458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tables used: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Dataset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Dataset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Dataset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Dataset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Dataset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Items &amp; Products</a:t>
            </a:r>
          </a:p>
        </p:txBody>
      </p:sp>
    </p:spTree>
    <p:extLst>
      <p:ext uri="{BB962C8B-B14F-4D97-AF65-F5344CB8AC3E}">
        <p14:creationId xmlns:p14="http://schemas.microsoft.com/office/powerpoint/2010/main" val="249231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EE4FE-03AE-46B9-2DBB-25C658D6C00A}"/>
              </a:ext>
            </a:extLst>
          </p:cNvPr>
          <p:cNvSpPr txBox="1"/>
          <p:nvPr/>
        </p:nvSpPr>
        <p:spPr>
          <a:xfrm>
            <a:off x="3671886" y="757238"/>
            <a:ext cx="4643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KPI List</a:t>
            </a:r>
            <a:endParaRPr lang="en-IN" sz="32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4EC42-607B-8FC4-990F-FA38A5CE1C71}"/>
              </a:ext>
            </a:extLst>
          </p:cNvPr>
          <p:cNvSpPr txBox="1"/>
          <p:nvPr/>
        </p:nvSpPr>
        <p:spPr>
          <a:xfrm>
            <a:off x="1885949" y="1997839"/>
            <a:ext cx="82153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(order_purchase_timestamp) Payment Statistics</a:t>
            </a:r>
          </a:p>
          <a:p>
            <a:pPr marL="342900" indent="-342900"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Orders with review score 5 and payment type as credit card.</a:t>
            </a:r>
          </a:p>
          <a:p>
            <a:pPr marL="342900" indent="-342900"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days taken for order_delivered_customer_date for pet_shop</a:t>
            </a:r>
          </a:p>
          <a:p>
            <a:pPr marL="342900" indent="-342900"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and payment values from customers of sao paulo city</a:t>
            </a:r>
          </a:p>
          <a:p>
            <a:pPr marL="342900" indent="-342900"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shipping days (order_delivered_customer_date - order_purchase_timestamp) Vs review scores.</a:t>
            </a:r>
          </a:p>
        </p:txBody>
      </p:sp>
    </p:spTree>
    <p:extLst>
      <p:ext uri="{BB962C8B-B14F-4D97-AF65-F5344CB8AC3E}">
        <p14:creationId xmlns:p14="http://schemas.microsoft.com/office/powerpoint/2010/main" val="320321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049CF-C9D0-D210-1F46-B702C567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9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FE160F-4CED-7FC5-F362-A0777E9FE371}"/>
              </a:ext>
            </a:extLst>
          </p:cNvPr>
          <p:cNvSpPr txBox="1"/>
          <p:nvPr/>
        </p:nvSpPr>
        <p:spPr>
          <a:xfrm>
            <a:off x="3814763" y="728663"/>
            <a:ext cx="4414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Excel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77B89F-0285-B02C-37AC-1E18110C9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313438"/>
            <a:ext cx="10787063" cy="481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9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E6CFF-B125-660A-6D66-3E2118D5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343024"/>
            <a:ext cx="10944226" cy="4900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DC5821-69F2-778F-3E99-F9825D80DF2E}"/>
              </a:ext>
            </a:extLst>
          </p:cNvPr>
          <p:cNvSpPr txBox="1"/>
          <p:nvPr/>
        </p:nvSpPr>
        <p:spPr>
          <a:xfrm>
            <a:off x="4186238" y="614363"/>
            <a:ext cx="4157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Power BI Dashboard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275595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91996-7193-5D37-298D-0141EAF73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228726"/>
            <a:ext cx="10958513" cy="5014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79DED-6294-CD70-A787-81C929CE7D65}"/>
              </a:ext>
            </a:extLst>
          </p:cNvPr>
          <p:cNvSpPr txBox="1"/>
          <p:nvPr/>
        </p:nvSpPr>
        <p:spPr>
          <a:xfrm>
            <a:off x="3786188" y="614363"/>
            <a:ext cx="4672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Tableau Dashboard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83575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E28D1-E28D-B945-EACB-28289F997420}"/>
              </a:ext>
            </a:extLst>
          </p:cNvPr>
          <p:cNvSpPr txBox="1"/>
          <p:nvPr/>
        </p:nvSpPr>
        <p:spPr>
          <a:xfrm>
            <a:off x="585787" y="822286"/>
            <a:ext cx="469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5D574E"/>
                </a:solidFill>
                <a:latin typeface="Garamond (Body)"/>
                <a:ea typeface="思源黑体-思源黑体-Medium" pitchFamily="34" charset="-122"/>
                <a:cs typeface="思源黑体-思源黑体-Medium" pitchFamily="34" charset="-120"/>
              </a:rPr>
              <a:t>Difficulties Faced In SQL</a:t>
            </a:r>
            <a:endParaRPr lang="en-IN" sz="3200" b="1" u="sng" dirty="0">
              <a:latin typeface="Garamond (Body)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4F5705-6687-DFB8-2FAA-2DD65E84715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43025" y="3385702"/>
            <a:ext cx="8701088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534EA95-36F1-8769-AD4A-B48E504A2A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89702" y="1462985"/>
            <a:ext cx="9910915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Query Optimization: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efficient JOIN operations across multiple tables , implementing nested subqueries for complex filtering and creating accurate aggregation functions required careful  planning and multiple iterations to avoid performance issues.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Error management: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errors due to inconsistent column naming conversations, extra spaces in field names, and case sensitivity issues that caused queries to fail required systematic debugging approaches.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Transfer Challenges: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Converting Excel Sheets to SQL compatible formats, handling different data types during import, and maintaining data integrating throughout the transfer process posed significant technical challenges.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7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BBE5-AB34-E893-2C77-3A126476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2F5902-A102-2536-8C4B-76A1D65DB6C5}"/>
              </a:ext>
            </a:extLst>
          </p:cNvPr>
          <p:cNvSpPr txBox="1"/>
          <p:nvPr/>
        </p:nvSpPr>
        <p:spPr>
          <a:xfrm>
            <a:off x="585787" y="822286"/>
            <a:ext cx="3114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Key Insights :-</a:t>
            </a:r>
            <a:endParaRPr lang="en-IN" sz="3200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47C32E-6A16-CC08-558A-BCC9664A99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43025" y="3385702"/>
            <a:ext cx="8701088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CF97C66-1F80-40D2-9072-E493BEAB65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94574" y="1723709"/>
            <a:ext cx="720285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Credit Card is the most used payment method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Majority of reviews are positive (score 5), but delays affect low ratings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Delivery time is a major factor influencing reviews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&amp; home goods categories generate highest revenue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Weekdays have more orders compared to weekends</a:t>
            </a:r>
          </a:p>
        </p:txBody>
      </p:sp>
    </p:spTree>
    <p:extLst>
      <p:ext uri="{BB962C8B-B14F-4D97-AF65-F5344CB8AC3E}">
        <p14:creationId xmlns:p14="http://schemas.microsoft.com/office/powerpoint/2010/main" val="468793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ECEBFE-F756-C59C-32E6-1AC3C4011A4C}"/>
              </a:ext>
            </a:extLst>
          </p:cNvPr>
          <p:cNvSpPr txBox="1"/>
          <p:nvPr/>
        </p:nvSpPr>
        <p:spPr>
          <a:xfrm>
            <a:off x="797717" y="885826"/>
            <a:ext cx="6035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Business Recommendations :-</a:t>
            </a:r>
            <a:endParaRPr lang="en-IN" sz="3200" b="1" u="sng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45FEFF8-A2C4-38C4-4BD5-12CF55C8C0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71762" y="2368966"/>
            <a:ext cx="6848475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 logistics network to reduce delivery delays.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Promote top-selling categories and bundle slow-moving products.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Introduce offers on debit card / boleto to diversify payment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Enhance customer support to reduce negative reviews.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 targeted marketing based on region &amp; product popularity.</a:t>
            </a:r>
          </a:p>
        </p:txBody>
      </p:sp>
    </p:spTree>
    <p:extLst>
      <p:ext uri="{BB962C8B-B14F-4D97-AF65-F5344CB8AC3E}">
        <p14:creationId xmlns:p14="http://schemas.microsoft.com/office/powerpoint/2010/main" val="300350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04A22-EC7D-AE13-C730-E52C39325977}"/>
              </a:ext>
            </a:extLst>
          </p:cNvPr>
          <p:cNvSpPr txBox="1"/>
          <p:nvPr/>
        </p:nvSpPr>
        <p:spPr>
          <a:xfrm>
            <a:off x="639365" y="829747"/>
            <a:ext cx="2761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Conclusion :-</a:t>
            </a:r>
            <a:endParaRPr lang="en-IN" sz="32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61B83-0F04-41F8-E65E-1CA3635EC19E}"/>
              </a:ext>
            </a:extLst>
          </p:cNvPr>
          <p:cNvSpPr txBox="1"/>
          <p:nvPr/>
        </p:nvSpPr>
        <p:spPr>
          <a:xfrm>
            <a:off x="2393156" y="2046917"/>
            <a:ext cx="7405688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Olist dataset provides deep insights into customer behavior, product performance &amp; delivery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 can improve customer satisfaction, operational efficiency &amp; business profitability.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success depends on faster delivery, better product variety &amp; improved service quality.</a:t>
            </a:r>
          </a:p>
        </p:txBody>
      </p:sp>
    </p:spTree>
    <p:extLst>
      <p:ext uri="{BB962C8B-B14F-4D97-AF65-F5344CB8AC3E}">
        <p14:creationId xmlns:p14="http://schemas.microsoft.com/office/powerpoint/2010/main" val="98165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F1E1D-A761-75FB-0003-3CC0521EE695}"/>
              </a:ext>
            </a:extLst>
          </p:cNvPr>
          <p:cNvSpPr txBox="1"/>
          <p:nvPr/>
        </p:nvSpPr>
        <p:spPr>
          <a:xfrm>
            <a:off x="3328988" y="2071688"/>
            <a:ext cx="51292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rgbClr val="002060"/>
                </a:solidFill>
              </a:rPr>
              <a:t>Thank</a:t>
            </a:r>
          </a:p>
          <a:p>
            <a:pPr algn="ctr"/>
            <a:r>
              <a:rPr lang="en-IN" sz="7200" b="1" dirty="0">
                <a:solidFill>
                  <a:srgbClr val="002060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877331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181</TotalTime>
  <Words>470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Garamond</vt:lpstr>
      <vt:lpstr>Garamond (Body)</vt:lpstr>
      <vt:lpstr>Times New Roman</vt:lpstr>
      <vt:lpstr>Organic</vt:lpstr>
      <vt:lpstr>PowerPoint Presentation</vt:lpstr>
      <vt:lpstr>Group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raykar</dc:creator>
  <cp:lastModifiedBy>bagal kumar</cp:lastModifiedBy>
  <cp:revision>5</cp:revision>
  <dcterms:created xsi:type="dcterms:W3CDTF">2025-11-22T02:38:55Z</dcterms:created>
  <dcterms:modified xsi:type="dcterms:W3CDTF">2025-11-25T07:25:53Z</dcterms:modified>
</cp:coreProperties>
</file>